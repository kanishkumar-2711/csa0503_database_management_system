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73" r:id="rId8"/>
    <p:sldId id="263" r:id="rId9"/>
    <p:sldId id="274" r:id="rId10"/>
    <p:sldId id="270" r:id="rId11"/>
    <p:sldId id="2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8584B7-6B5D-4FA8-9B5E-5226CC3709F5}" v="89" dt="2026-07-24T19:26:44.4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ishkumar V" userId="60378ed5ce100438" providerId="LiveId" clId="{4BF15498-B339-4F0C-8A05-37E051582462}"/>
    <pc:docChg chg="undo redo custSel delSld modSld">
      <pc:chgData name="kanishkumar V" userId="60378ed5ce100438" providerId="LiveId" clId="{4BF15498-B339-4F0C-8A05-37E051582462}" dt="2026-07-24T19:27:37.971" v="1135" actId="20577"/>
      <pc:docMkLst>
        <pc:docMk/>
      </pc:docMkLst>
      <pc:sldChg chg="addSp delSp modSp mod">
        <pc:chgData name="kanishkumar V" userId="60378ed5ce100438" providerId="LiveId" clId="{4BF15498-B339-4F0C-8A05-37E051582462}" dt="2026-07-24T17:41:28.754" v="517" actId="1076"/>
        <pc:sldMkLst>
          <pc:docMk/>
          <pc:sldMk cId="3874013885" sldId="256"/>
        </pc:sldMkLst>
        <pc:spChg chg="mod">
          <ac:chgData name="kanishkumar V" userId="60378ed5ce100438" providerId="LiveId" clId="{4BF15498-B339-4F0C-8A05-37E051582462}" dt="2026-07-24T17:41:28.754" v="517" actId="1076"/>
          <ac:spMkLst>
            <pc:docMk/>
            <pc:sldMk cId="3874013885" sldId="256"/>
            <ac:spMk id="2" creationId="{00000000-0000-0000-0000-000000000000}"/>
          </ac:spMkLst>
        </pc:spChg>
        <pc:spChg chg="mod">
          <ac:chgData name="kanishkumar V" userId="60378ed5ce100438" providerId="LiveId" clId="{4BF15498-B339-4F0C-8A05-37E051582462}" dt="2026-07-24T17:40:53.498" v="516" actId="403"/>
          <ac:spMkLst>
            <pc:docMk/>
            <pc:sldMk cId="3874013885" sldId="256"/>
            <ac:spMk id="3" creationId="{00000000-0000-0000-0000-000000000000}"/>
          </ac:spMkLst>
        </pc:spChg>
        <pc:spChg chg="mod">
          <ac:chgData name="kanishkumar V" userId="60378ed5ce100438" providerId="LiveId" clId="{4BF15498-B339-4F0C-8A05-37E051582462}" dt="2026-07-24T17:40:40.682" v="515" actId="1076"/>
          <ac:spMkLst>
            <pc:docMk/>
            <pc:sldMk cId="3874013885" sldId="256"/>
            <ac:spMk id="4" creationId="{00000000-0000-0000-0000-000000000000}"/>
          </ac:spMkLst>
        </pc:spChg>
        <pc:picChg chg="add del">
          <ac:chgData name="kanishkumar V" userId="60378ed5ce100438" providerId="LiveId" clId="{4BF15498-B339-4F0C-8A05-37E051582462}" dt="2026-07-24T17:35:56.897" v="481" actId="22"/>
          <ac:picMkLst>
            <pc:docMk/>
            <pc:sldMk cId="3874013885" sldId="256"/>
            <ac:picMk id="6" creationId="{A71D5544-8B6E-1DB4-F08F-B6C72FC4E733}"/>
          </ac:picMkLst>
        </pc:picChg>
      </pc:sldChg>
      <pc:sldChg chg="modSp mod">
        <pc:chgData name="kanishkumar V" userId="60378ed5ce100438" providerId="LiveId" clId="{4BF15498-B339-4F0C-8A05-37E051582462}" dt="2026-07-24T18:37:45.368" v="775" actId="1036"/>
        <pc:sldMkLst>
          <pc:docMk/>
          <pc:sldMk cId="2420785219" sldId="257"/>
        </pc:sldMkLst>
        <pc:spChg chg="mod">
          <ac:chgData name="kanishkumar V" userId="60378ed5ce100438" providerId="LiveId" clId="{4BF15498-B339-4F0C-8A05-37E051582462}" dt="2026-07-24T17:43:46.478" v="527" actId="404"/>
          <ac:spMkLst>
            <pc:docMk/>
            <pc:sldMk cId="2420785219" sldId="257"/>
            <ac:spMk id="2" creationId="{00000000-0000-0000-0000-000000000000}"/>
          </ac:spMkLst>
        </pc:spChg>
        <pc:spChg chg="mod">
          <ac:chgData name="kanishkumar V" userId="60378ed5ce100438" providerId="LiveId" clId="{4BF15498-B339-4F0C-8A05-37E051582462}" dt="2026-07-24T17:45:03.336" v="538" actId="1076"/>
          <ac:spMkLst>
            <pc:docMk/>
            <pc:sldMk cId="2420785219" sldId="257"/>
            <ac:spMk id="3" creationId="{00000000-0000-0000-0000-000000000000}"/>
          </ac:spMkLst>
        </pc:spChg>
        <pc:picChg chg="mod">
          <ac:chgData name="kanishkumar V" userId="60378ed5ce100438" providerId="LiveId" clId="{4BF15498-B339-4F0C-8A05-37E051582462}" dt="2026-07-24T18:37:45.368" v="775" actId="1036"/>
          <ac:picMkLst>
            <pc:docMk/>
            <pc:sldMk cId="2420785219" sldId="257"/>
            <ac:picMk id="2052" creationId="{00000000-0000-0000-0000-000000000000}"/>
          </ac:picMkLst>
        </pc:picChg>
      </pc:sldChg>
      <pc:sldChg chg="modSp mod">
        <pc:chgData name="kanishkumar V" userId="60378ed5ce100438" providerId="LiveId" clId="{4BF15498-B339-4F0C-8A05-37E051582462}" dt="2026-07-24T17:48:28.118" v="569" actId="20577"/>
        <pc:sldMkLst>
          <pc:docMk/>
          <pc:sldMk cId="2426611806" sldId="258"/>
        </pc:sldMkLst>
        <pc:spChg chg="mod">
          <ac:chgData name="kanishkumar V" userId="60378ed5ce100438" providerId="LiveId" clId="{4BF15498-B339-4F0C-8A05-37E051582462}" dt="2026-07-24T17:48:28.118" v="569" actId="20577"/>
          <ac:spMkLst>
            <pc:docMk/>
            <pc:sldMk cId="2426611806" sldId="258"/>
            <ac:spMk id="3" creationId="{00000000-0000-0000-0000-000000000000}"/>
          </ac:spMkLst>
        </pc:spChg>
      </pc:sldChg>
      <pc:sldChg chg="addSp delSp modSp mod">
        <pc:chgData name="kanishkumar V" userId="60378ed5ce100438" providerId="LiveId" clId="{4BF15498-B339-4F0C-8A05-37E051582462}" dt="2026-07-24T18:26:28.314" v="706" actId="1076"/>
        <pc:sldMkLst>
          <pc:docMk/>
          <pc:sldMk cId="2394018523" sldId="259"/>
        </pc:sldMkLst>
        <pc:spChg chg="mod">
          <ac:chgData name="kanishkumar V" userId="60378ed5ce100438" providerId="LiveId" clId="{4BF15498-B339-4F0C-8A05-37E051582462}" dt="2026-07-24T18:05:06.674" v="600"/>
          <ac:spMkLst>
            <pc:docMk/>
            <pc:sldMk cId="2394018523" sldId="259"/>
            <ac:spMk id="2" creationId="{00000000-0000-0000-0000-000000000000}"/>
          </ac:spMkLst>
        </pc:spChg>
        <pc:spChg chg="add mod">
          <ac:chgData name="kanishkumar V" userId="60378ed5ce100438" providerId="LiveId" clId="{4BF15498-B339-4F0C-8A05-37E051582462}" dt="2026-07-24T18:24:14.447" v="696" actId="207"/>
          <ac:spMkLst>
            <pc:docMk/>
            <pc:sldMk cId="2394018523" sldId="259"/>
            <ac:spMk id="3" creationId="{DB86C77C-0F73-24E9-1B97-10C9B72863B9}"/>
          </ac:spMkLst>
        </pc:spChg>
        <pc:spChg chg="del mod">
          <ac:chgData name="kanishkumar V" userId="60378ed5ce100438" providerId="LiveId" clId="{4BF15498-B339-4F0C-8A05-37E051582462}" dt="2026-07-24T18:03:29.395" v="586" actId="478"/>
          <ac:spMkLst>
            <pc:docMk/>
            <pc:sldMk cId="2394018523" sldId="259"/>
            <ac:spMk id="6" creationId="{B8535B15-D6AA-A592-CB14-CA81711D664B}"/>
          </ac:spMkLst>
        </pc:spChg>
        <pc:spChg chg="add mod">
          <ac:chgData name="kanishkumar V" userId="60378ed5ce100438" providerId="LiveId" clId="{4BF15498-B339-4F0C-8A05-37E051582462}" dt="2026-07-24T18:25:37.079" v="702" actId="207"/>
          <ac:spMkLst>
            <pc:docMk/>
            <pc:sldMk cId="2394018523" sldId="259"/>
            <ac:spMk id="8" creationId="{2D7624AF-FB92-A1FE-5ECA-BE937AD8DCD4}"/>
          </ac:spMkLst>
        </pc:spChg>
        <pc:spChg chg="add mod">
          <ac:chgData name="kanishkumar V" userId="60378ed5ce100438" providerId="LiveId" clId="{4BF15498-B339-4F0C-8A05-37E051582462}" dt="2026-07-24T18:22:54.152" v="693" actId="207"/>
          <ac:spMkLst>
            <pc:docMk/>
            <pc:sldMk cId="2394018523" sldId="259"/>
            <ac:spMk id="9" creationId="{F744A013-B9EA-EAB3-3B47-09B510CDDB5E}"/>
          </ac:spMkLst>
        </pc:spChg>
        <pc:spChg chg="add mod">
          <ac:chgData name="kanishkumar V" userId="60378ed5ce100438" providerId="LiveId" clId="{4BF15498-B339-4F0C-8A05-37E051582462}" dt="2026-07-24T18:25:47.922" v="703" actId="207"/>
          <ac:spMkLst>
            <pc:docMk/>
            <pc:sldMk cId="2394018523" sldId="259"/>
            <ac:spMk id="11" creationId="{4B86CD50-E535-F9FF-07BF-3CCBF8F2CB0D}"/>
          </ac:spMkLst>
        </pc:spChg>
        <pc:spChg chg="add del">
          <ac:chgData name="kanishkumar V" userId="60378ed5ce100438" providerId="LiveId" clId="{4BF15498-B339-4F0C-8A05-37E051582462}" dt="2026-07-24T18:08:26.166" v="624" actId="478"/>
          <ac:spMkLst>
            <pc:docMk/>
            <pc:sldMk cId="2394018523" sldId="259"/>
            <ac:spMk id="12" creationId="{9D5C3330-C8CE-A9F7-AA83-9B542396E93B}"/>
          </ac:spMkLst>
        </pc:spChg>
        <pc:spChg chg="add mod">
          <ac:chgData name="kanishkumar V" userId="60378ed5ce100438" providerId="LiveId" clId="{4BF15498-B339-4F0C-8A05-37E051582462}" dt="2026-07-24T18:24:32.041" v="697" actId="207"/>
          <ac:spMkLst>
            <pc:docMk/>
            <pc:sldMk cId="2394018523" sldId="259"/>
            <ac:spMk id="14" creationId="{681939CF-9A58-AA2B-BFA8-87A7D6F3B654}"/>
          </ac:spMkLst>
        </pc:spChg>
        <pc:spChg chg="add mod">
          <ac:chgData name="kanishkumar V" userId="60378ed5ce100438" providerId="LiveId" clId="{4BF15498-B339-4F0C-8A05-37E051582462}" dt="2026-07-24T18:22:48.134" v="692" actId="207"/>
          <ac:spMkLst>
            <pc:docMk/>
            <pc:sldMk cId="2394018523" sldId="259"/>
            <ac:spMk id="16" creationId="{DE6E328F-12D8-6AE1-8145-FA1D32571739}"/>
          </ac:spMkLst>
        </pc:spChg>
        <pc:spChg chg="add mod">
          <ac:chgData name="kanishkumar V" userId="60378ed5ce100438" providerId="LiveId" clId="{4BF15498-B339-4F0C-8A05-37E051582462}" dt="2026-07-24T18:25:54.184" v="704" actId="207"/>
          <ac:spMkLst>
            <pc:docMk/>
            <pc:sldMk cId="2394018523" sldId="259"/>
            <ac:spMk id="18" creationId="{4C623EBB-EA9F-E5E5-41BD-E26642C0D8DB}"/>
          </ac:spMkLst>
        </pc:spChg>
        <pc:spChg chg="add mod">
          <ac:chgData name="kanishkumar V" userId="60378ed5ce100438" providerId="LiveId" clId="{4BF15498-B339-4F0C-8A05-37E051582462}" dt="2026-07-24T18:24:39.257" v="699" actId="207"/>
          <ac:spMkLst>
            <pc:docMk/>
            <pc:sldMk cId="2394018523" sldId="259"/>
            <ac:spMk id="20" creationId="{AE94C99A-2D3A-72B0-2FAB-1C9D49B4174E}"/>
          </ac:spMkLst>
        </pc:spChg>
        <pc:spChg chg="add mod">
          <ac:chgData name="kanishkumar V" userId="60378ed5ce100438" providerId="LiveId" clId="{4BF15498-B339-4F0C-8A05-37E051582462}" dt="2026-07-24T18:22:40.054" v="691" actId="207"/>
          <ac:spMkLst>
            <pc:docMk/>
            <pc:sldMk cId="2394018523" sldId="259"/>
            <ac:spMk id="22" creationId="{30F647B0-558A-0CF0-B15E-DE562C905AAB}"/>
          </ac:spMkLst>
        </pc:spChg>
        <pc:spChg chg="add mod">
          <ac:chgData name="kanishkumar V" userId="60378ed5ce100438" providerId="LiveId" clId="{4BF15498-B339-4F0C-8A05-37E051582462}" dt="2026-07-24T18:26:28.314" v="706" actId="1076"/>
          <ac:spMkLst>
            <pc:docMk/>
            <pc:sldMk cId="2394018523" sldId="259"/>
            <ac:spMk id="24" creationId="{E90EE201-0E3C-925D-85D9-48E9BE61CD8D}"/>
          </ac:spMkLst>
        </pc:spChg>
        <pc:spChg chg="add mod">
          <ac:chgData name="kanishkumar V" userId="60378ed5ce100438" providerId="LiveId" clId="{4BF15498-B339-4F0C-8A05-37E051582462}" dt="2026-07-24T18:17:40.344" v="674" actId="14100"/>
          <ac:spMkLst>
            <pc:docMk/>
            <pc:sldMk cId="2394018523" sldId="259"/>
            <ac:spMk id="26" creationId="{A53002B2-FCE5-F334-F589-684A2EE62C07}"/>
          </ac:spMkLst>
        </pc:spChg>
        <pc:spChg chg="add del mod">
          <ac:chgData name="kanishkumar V" userId="60378ed5ce100438" providerId="LiveId" clId="{4BF15498-B339-4F0C-8A05-37E051582462}" dt="2026-07-24T18:18:20.064" v="678" actId="22"/>
          <ac:spMkLst>
            <pc:docMk/>
            <pc:sldMk cId="2394018523" sldId="259"/>
            <ac:spMk id="28" creationId="{9673D560-743D-692C-3E43-1506B344607A}"/>
          </ac:spMkLst>
        </pc:spChg>
      </pc:sldChg>
      <pc:sldChg chg="modSp mod">
        <pc:chgData name="kanishkumar V" userId="60378ed5ce100438" providerId="LiveId" clId="{4BF15498-B339-4F0C-8A05-37E051582462}" dt="2026-07-24T19:07:37.538" v="904" actId="113"/>
        <pc:sldMkLst>
          <pc:docMk/>
          <pc:sldMk cId="882841594" sldId="260"/>
        </pc:sldMkLst>
        <pc:spChg chg="mod">
          <ac:chgData name="kanishkumar V" userId="60378ed5ce100438" providerId="LiveId" clId="{4BF15498-B339-4F0C-8A05-37E051582462}" dt="2026-07-24T18:38:37.616" v="777" actId="113"/>
          <ac:spMkLst>
            <pc:docMk/>
            <pc:sldMk cId="882841594" sldId="260"/>
            <ac:spMk id="2" creationId="{00000000-0000-0000-0000-000000000000}"/>
          </ac:spMkLst>
        </pc:spChg>
        <pc:spChg chg="mod">
          <ac:chgData name="kanishkumar V" userId="60378ed5ce100438" providerId="LiveId" clId="{4BF15498-B339-4F0C-8A05-37E051582462}" dt="2026-07-24T19:07:37.538" v="904" actId="113"/>
          <ac:spMkLst>
            <pc:docMk/>
            <pc:sldMk cId="882841594" sldId="260"/>
            <ac:spMk id="6" creationId="{1155F54E-F813-21A6-E4B9-4081D762BF15}"/>
          </ac:spMkLst>
        </pc:spChg>
      </pc:sldChg>
      <pc:sldChg chg="addSp delSp modSp mod">
        <pc:chgData name="kanishkumar V" userId="60378ed5ce100438" providerId="LiveId" clId="{4BF15498-B339-4F0C-8A05-37E051582462}" dt="2026-07-24T19:07:30.684" v="903" actId="113"/>
        <pc:sldMkLst>
          <pc:docMk/>
          <pc:sldMk cId="1486472292" sldId="262"/>
        </pc:sldMkLst>
        <pc:spChg chg="mod">
          <ac:chgData name="kanishkumar V" userId="60378ed5ce100438" providerId="LiveId" clId="{4BF15498-B339-4F0C-8A05-37E051582462}" dt="2026-07-24T18:40:31.373" v="782" actId="1076"/>
          <ac:spMkLst>
            <pc:docMk/>
            <pc:sldMk cId="1486472292" sldId="262"/>
            <ac:spMk id="2" creationId="{00000000-0000-0000-0000-000000000000}"/>
          </ac:spMkLst>
        </pc:spChg>
        <pc:spChg chg="mod">
          <ac:chgData name="kanishkumar V" userId="60378ed5ce100438" providerId="LiveId" clId="{4BF15498-B339-4F0C-8A05-37E051582462}" dt="2026-07-24T19:07:30.684" v="903" actId="113"/>
          <ac:spMkLst>
            <pc:docMk/>
            <pc:sldMk cId="1486472292" sldId="262"/>
            <ac:spMk id="3" creationId="{00000000-0000-0000-0000-000000000000}"/>
          </ac:spMkLst>
        </pc:spChg>
        <pc:picChg chg="add del mod">
          <ac:chgData name="kanishkumar V" userId="60378ed5ce100438" providerId="LiveId" clId="{4BF15498-B339-4F0C-8A05-37E051582462}" dt="2026-07-24T18:55:06.810" v="857" actId="478"/>
          <ac:picMkLst>
            <pc:docMk/>
            <pc:sldMk cId="1486472292" sldId="262"/>
            <ac:picMk id="7" creationId="{F237EA55-CE59-116E-23D3-F01955CE0766}"/>
          </ac:picMkLst>
        </pc:picChg>
      </pc:sldChg>
      <pc:sldChg chg="addSp modSp mod">
        <pc:chgData name="kanishkumar V" userId="60378ed5ce100438" providerId="LiveId" clId="{4BF15498-B339-4F0C-8A05-37E051582462}" dt="2026-07-24T19:23:44.208" v="1114" actId="1076"/>
        <pc:sldMkLst>
          <pc:docMk/>
          <pc:sldMk cId="4025516436" sldId="263"/>
        </pc:sldMkLst>
        <pc:spChg chg="mod">
          <ac:chgData name="kanishkumar V" userId="60378ed5ce100438" providerId="LiveId" clId="{4BF15498-B339-4F0C-8A05-37E051582462}" dt="2026-07-24T19:21:46.183" v="1096" actId="1076"/>
          <ac:spMkLst>
            <pc:docMk/>
            <pc:sldMk cId="4025516436" sldId="263"/>
            <ac:spMk id="2" creationId="{00000000-0000-0000-0000-000000000000}"/>
          </ac:spMkLst>
        </pc:spChg>
        <pc:spChg chg="add mod">
          <ac:chgData name="kanishkumar V" userId="60378ed5ce100438" providerId="LiveId" clId="{4BF15498-B339-4F0C-8A05-37E051582462}" dt="2026-07-24T19:21:34.010" v="1092" actId="571"/>
          <ac:spMkLst>
            <pc:docMk/>
            <pc:sldMk cId="4025516436" sldId="263"/>
            <ac:spMk id="3" creationId="{8CE5C48E-3A99-2091-8E01-4A1963570752}"/>
          </ac:spMkLst>
        </pc:spChg>
        <pc:spChg chg="mod">
          <ac:chgData name="kanishkumar V" userId="60378ed5ce100438" providerId="LiveId" clId="{4BF15498-B339-4F0C-8A05-37E051582462}" dt="2026-07-24T19:23:44.208" v="1114" actId="1076"/>
          <ac:spMkLst>
            <pc:docMk/>
            <pc:sldMk cId="4025516436" sldId="263"/>
            <ac:spMk id="6" creationId="{EF705459-9C67-1307-859B-997D9F733534}"/>
          </ac:spMkLst>
        </pc:spChg>
        <pc:spChg chg="add mod">
          <ac:chgData name="kanishkumar V" userId="60378ed5ce100438" providerId="LiveId" clId="{4BF15498-B339-4F0C-8A05-37E051582462}" dt="2026-07-24T19:21:33.760" v="1091" actId="571"/>
          <ac:spMkLst>
            <pc:docMk/>
            <pc:sldMk cId="4025516436" sldId="263"/>
            <ac:spMk id="7" creationId="{147189C8-A044-F462-E0A7-304161E519AE}"/>
          </ac:spMkLst>
        </pc:spChg>
        <pc:spChg chg="add mod">
          <ac:chgData name="kanishkumar V" userId="60378ed5ce100438" providerId="LiveId" clId="{4BF15498-B339-4F0C-8A05-37E051582462}" dt="2026-07-24T19:21:33.760" v="1091" actId="571"/>
          <ac:spMkLst>
            <pc:docMk/>
            <pc:sldMk cId="4025516436" sldId="263"/>
            <ac:spMk id="8" creationId="{B4ED732B-E473-E6F7-0DE5-EA4828E5F692}"/>
          </ac:spMkLst>
        </pc:spChg>
        <pc:spChg chg="add mod">
          <ac:chgData name="kanishkumar V" userId="60378ed5ce100438" providerId="LiveId" clId="{4BF15498-B339-4F0C-8A05-37E051582462}" dt="2026-07-24T19:21:33.401" v="1090" actId="571"/>
          <ac:spMkLst>
            <pc:docMk/>
            <pc:sldMk cId="4025516436" sldId="263"/>
            <ac:spMk id="9" creationId="{CE01023D-37C8-451A-4D77-7C7E2E520801}"/>
          </ac:spMkLst>
        </pc:spChg>
        <pc:spChg chg="add mod">
          <ac:chgData name="kanishkumar V" userId="60378ed5ce100438" providerId="LiveId" clId="{4BF15498-B339-4F0C-8A05-37E051582462}" dt="2026-07-24T19:21:33.401" v="1090" actId="571"/>
          <ac:spMkLst>
            <pc:docMk/>
            <pc:sldMk cId="4025516436" sldId="263"/>
            <ac:spMk id="10" creationId="{8CE17DF8-0B25-9597-68C5-B0B7D4408EE3}"/>
          </ac:spMkLst>
        </pc:spChg>
      </pc:sldChg>
      <pc:sldChg chg="del">
        <pc:chgData name="kanishkumar V" userId="60378ed5ce100438" providerId="LiveId" clId="{4BF15498-B339-4F0C-8A05-37E051582462}" dt="2026-07-24T19:25:57.046" v="1129" actId="47"/>
        <pc:sldMkLst>
          <pc:docMk/>
          <pc:sldMk cId="3933757245" sldId="264"/>
        </pc:sldMkLst>
      </pc:sldChg>
      <pc:sldChg chg="modSp mod">
        <pc:chgData name="kanishkumar V" userId="60378ed5ce100438" providerId="LiveId" clId="{4BF15498-B339-4F0C-8A05-37E051582462}" dt="2026-07-24T19:27:37.971" v="1135" actId="20577"/>
        <pc:sldMkLst>
          <pc:docMk/>
          <pc:sldMk cId="3680226348" sldId="270"/>
        </pc:sldMkLst>
        <pc:spChg chg="mod">
          <ac:chgData name="kanishkumar V" userId="60378ed5ce100438" providerId="LiveId" clId="{4BF15498-B339-4F0C-8A05-37E051582462}" dt="2026-07-24T19:27:37.971" v="1135" actId="20577"/>
          <ac:spMkLst>
            <pc:docMk/>
            <pc:sldMk cId="3680226348" sldId="270"/>
            <ac:spMk id="3" creationId="{433B2984-7340-FBD1-A734-6D0EC94020D9}"/>
          </ac:spMkLst>
        </pc:spChg>
      </pc:sldChg>
      <pc:sldChg chg="modSp mod">
        <pc:chgData name="kanishkumar V" userId="60378ed5ce100438" providerId="LiveId" clId="{4BF15498-B339-4F0C-8A05-37E051582462}" dt="2026-07-24T19:20:34.241" v="1084" actId="20577"/>
        <pc:sldMkLst>
          <pc:docMk/>
          <pc:sldMk cId="3482179265" sldId="273"/>
        </pc:sldMkLst>
        <pc:spChg chg="mod">
          <ac:chgData name="kanishkumar V" userId="60378ed5ce100438" providerId="LiveId" clId="{4BF15498-B339-4F0C-8A05-37E051582462}" dt="2026-07-24T19:20:34.241" v="1084" actId="20577"/>
          <ac:spMkLst>
            <pc:docMk/>
            <pc:sldMk cId="3482179265" sldId="273"/>
            <ac:spMk id="2" creationId="{57DBE168-1B23-DDAD-62CD-8DE1AFEBB682}"/>
          </ac:spMkLst>
        </pc:spChg>
        <pc:spChg chg="mod">
          <ac:chgData name="kanishkumar V" userId="60378ed5ce100438" providerId="LiveId" clId="{4BF15498-B339-4F0C-8A05-37E051582462}" dt="2026-07-24T19:08:20.708" v="908" actId="403"/>
          <ac:spMkLst>
            <pc:docMk/>
            <pc:sldMk cId="3482179265" sldId="273"/>
            <ac:spMk id="9" creationId="{72E7571F-552A-53E3-41C2-43386108AE45}"/>
          </ac:spMkLst>
        </pc:spChg>
      </pc:sldChg>
      <pc:sldChg chg="modSp mod">
        <pc:chgData name="kanishkumar V" userId="60378ed5ce100438" providerId="LiveId" clId="{4BF15498-B339-4F0C-8A05-37E051582462}" dt="2026-07-24T19:25:44.486" v="1128" actId="14100"/>
        <pc:sldMkLst>
          <pc:docMk/>
          <pc:sldMk cId="2849338354" sldId="274"/>
        </pc:sldMkLst>
        <pc:spChg chg="mod">
          <ac:chgData name="kanishkumar V" userId="60378ed5ce100438" providerId="LiveId" clId="{4BF15498-B339-4F0C-8A05-37E051582462}" dt="2026-07-24T19:25:44.486" v="1128" actId="14100"/>
          <ac:spMkLst>
            <pc:docMk/>
            <pc:sldMk cId="2849338354" sldId="274"/>
            <ac:spMk id="6" creationId="{4F3DAC78-D4BE-86CD-3829-D62460987B84}"/>
          </ac:spMkLst>
        </pc:spChg>
        <pc:spChg chg="mod">
          <ac:chgData name="kanishkumar V" userId="60378ed5ce100438" providerId="LiveId" clId="{4BF15498-B339-4F0C-8A05-37E051582462}" dt="2026-07-24T19:24:48.765" v="1120" actId="1076"/>
          <ac:spMkLst>
            <pc:docMk/>
            <pc:sldMk cId="2849338354" sldId="274"/>
            <ac:spMk id="11" creationId="{32ED902B-EF71-EFB0-AFF0-68EC8F4593DD}"/>
          </ac:spMkLst>
        </pc:spChg>
      </pc:sldChg>
      <pc:sldChg chg="del">
        <pc:chgData name="kanishkumar V" userId="60378ed5ce100438" providerId="LiveId" clId="{4BF15498-B339-4F0C-8A05-37E051582462}" dt="2026-07-24T19:25:59.128" v="1130" actId="47"/>
        <pc:sldMkLst>
          <pc:docMk/>
          <pc:sldMk cId="2956738300" sldId="27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176EE-9D21-181F-1AD4-B37EF659F6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F0678B-9FE6-AF36-CBF6-582538184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1FF67-4F9A-1110-F52F-7E2D13BF9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1ACC-DD55-4F85-A26E-9D565FCE1EA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5C07A-8681-D2D9-3CC6-78F61BA3A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3B00C-8C58-00F8-20F2-9A74EF867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9CB00-1D9C-4BBA-9ED5-4E54BBA652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558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8FDD2-3119-7F18-F522-E4E9D3EC4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AB00D-88A5-F527-B34B-04CE85599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9126F-4F21-8B85-EE61-60B027653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1ACC-DD55-4F85-A26E-9D565FCE1EA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B656A-4283-E51D-7BA0-4DBA3AEE7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CB8AB-309E-03B2-ACC2-00A4D8EAD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9CB00-1D9C-4BBA-9ED5-4E54BBA652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495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14941-FC0C-E038-DC4D-DF98D7DDC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61CB6E-68C1-1407-9A57-A816C7743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3A296-F4FE-ACFE-EC18-254F878AD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1ACC-DD55-4F85-A26E-9D565FCE1EA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F700F-F8E5-AC35-516C-BA598F643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379AA-B34B-24B3-0E5A-1CB3BBE81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9CB00-1D9C-4BBA-9ED5-4E54BBA652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24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3F386-137A-735B-0BC9-CC75997F2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E88E9-8519-452D-064E-C43613D7CA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E3E0F5-10E7-0621-F562-6C947EA370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08007-D9B4-4241-3034-268E7D2ED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1ACC-DD55-4F85-A26E-9D565FCE1EA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12287B-C008-32D8-35EC-9BDB5BF84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E62F1-C980-7899-F021-31830505A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9CB00-1D9C-4BBA-9ED5-4E54BBA652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041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89783-3ECB-CB44-8FCC-A79DBA170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2096EE-3E44-F655-D985-8C7A5A196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776C20-69F6-3279-0DEE-8041D23F8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B56071-DCCD-95D0-6021-EF8B3ED38C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47180F-FA82-AE78-1982-7CEDE10CC5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4D66A4-5246-4A56-E875-83ED55D8D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1ACC-DD55-4F85-A26E-9D565FCE1EA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618C40-0A96-D69C-4249-C91A13DAF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2270AA-B340-DAE0-7A37-EEF282C07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9CB00-1D9C-4BBA-9ED5-4E54BBA652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768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983CC-8F3D-0388-19F1-F8813F687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D38D61-2217-E037-478B-18CB676DB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1ACC-DD55-4F85-A26E-9D565FCE1EA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24C394-3F19-2AC0-D22E-B6A1582DC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38F01D-B77A-C088-34A4-2E04C38C5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9CB00-1D9C-4BBA-9ED5-4E54BBA652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942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0EF245-4642-C969-ED17-ABE53426B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1ACC-DD55-4F85-A26E-9D565FCE1EA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739553-4016-C3C8-DECA-CCC3DF4F5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47A40-B958-E2A5-D3EE-BA9486549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9CB00-1D9C-4BBA-9ED5-4E54BBA652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3613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022E6-D64E-4946-B462-D8BCD7AD5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F4163-4378-5601-F5FA-FEC3B4DE5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C2608B-9092-2173-D864-993E984926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CC851B-FA9B-0778-161E-1EA8FCFCF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1ACC-DD55-4F85-A26E-9D565FCE1EA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F26714-A83C-1254-D4B4-AFA898A51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34BEC-2691-EAE0-AF00-64F0F38E1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9CB00-1D9C-4BBA-9ED5-4E54BBA652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73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6A6A3-F4E6-6993-D48E-DA39C8A99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C1F62E-4ADA-0C4D-1095-A3B86E51E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D719CC-4F46-E397-E008-5A114EBBD4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F4EFE-B214-9701-23F0-C0AF88766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1ACC-DD55-4F85-A26E-9D565FCE1EA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8A02D2-99ED-0357-6670-19185F938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588A38-1B1C-4363-89E7-B7FA5ED81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9CB00-1D9C-4BBA-9ED5-4E54BBA652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782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39480-A70C-2926-0CA3-CE02DD28E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030F2A-AA26-A1D3-72C1-F912A2C0E4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F5FD7-6C98-1869-4DAF-2387D063E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1ACC-DD55-4F85-A26E-9D565FCE1EA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1CB3C-B006-D04B-39D4-22407AB6F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6F766-E388-7AA1-A459-1B4C68315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9CB00-1D9C-4BBA-9ED5-4E54BBA652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051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29FF75-42AE-42D7-2DA5-2DEF98B81B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8DB6E-62B9-DE03-42B0-64352FE136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E499D-AC83-DFA0-3D9B-94B0CDB87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1ACC-DD55-4F85-A26E-9D565FCE1EA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984C5-34FF-C061-3D96-E12AFE5BD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F992C-AB4D-A5D4-0BD3-A61A693A5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9CB00-1D9C-4BBA-9ED5-4E54BBA652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686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66D63F-2B9C-2CDC-C17F-89213C3C8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CDE915-1532-0908-3CAD-C56993872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56800-EF71-0A09-C54D-6A1B1576FE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3B1ACC-DD55-4F85-A26E-9D565FCE1EAC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69144-2A1D-DB79-BF43-5D19C66C32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43A88-D3EA-E21A-A38F-A3C01CE23D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C9CB00-1D9C-4BBA-9ED5-4E54BBA652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1401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ibm.com/docs/en/db2?utm_source=chatgpt.com" TargetMode="External"/><Relationship Id="rId4" Type="http://schemas.openxmlformats.org/officeDocument/2006/relationships/hyperlink" Target="https://docs.oracle.com/en/database/?utm_source=chatgpt.com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0498" y="2421485"/>
            <a:ext cx="11480759" cy="1632302"/>
          </a:xfrm>
        </p:spPr>
        <p:txBody>
          <a:bodyPr>
            <a:noAutofit/>
          </a:bodyPr>
          <a:lstStyle/>
          <a:p>
            <a:pPr>
              <a:lnSpc>
                <a:spcPct val="50000"/>
              </a:lnSpc>
            </a:pPr>
            <a:r>
              <a:rPr lang="en-IN" sz="4000" b="1" dirty="0"/>
              <a:t>Three-Level ANSI/SPARC Architecture</a:t>
            </a:r>
            <a:br>
              <a:rPr lang="en-IN" sz="4000" b="1" dirty="0"/>
            </a:br>
            <a:br>
              <a:rPr lang="en-IN" sz="4000" b="1" dirty="0"/>
            </a:br>
            <a:r>
              <a:rPr lang="en-IN" sz="2400" b="1" dirty="0"/>
              <a:t>CSA0503 - Database Management Systems</a:t>
            </a:r>
            <a:br>
              <a:rPr lang="en-IN" dirty="0"/>
            </a:br>
            <a:endParaRPr lang="en-IN" sz="4000" b="1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24206" y="4878474"/>
            <a:ext cx="4312173" cy="2070464"/>
          </a:xfrm>
        </p:spPr>
        <p:txBody>
          <a:bodyPr>
            <a:normAutofit/>
          </a:bodyPr>
          <a:lstStyle/>
          <a:p>
            <a:pPr algn="l"/>
            <a:r>
              <a:rPr lang="en-GB" sz="2000" b="1" dirty="0"/>
              <a:t>Presented by : </a:t>
            </a:r>
          </a:p>
          <a:p>
            <a:pPr lvl="1" algn="l"/>
            <a:r>
              <a:rPr lang="en-IN" dirty="0"/>
              <a:t>Kanish Kumar V (192524361)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7524206" y="5545476"/>
            <a:ext cx="3840480" cy="20704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000" b="1" dirty="0"/>
              <a:t>Guided by :</a:t>
            </a:r>
          </a:p>
          <a:p>
            <a:pPr lvl="1" algn="l"/>
            <a:r>
              <a:rPr lang="en-IN" dirty="0"/>
              <a:t>Ruby Elizabeth J</a:t>
            </a:r>
            <a:endParaRPr lang="en-GB" b="1" dirty="0"/>
          </a:p>
          <a:p>
            <a:pPr algn="l"/>
            <a:r>
              <a:rPr lang="en-GB" sz="2000" dirty="0"/>
              <a:t>      </a:t>
            </a:r>
          </a:p>
          <a:p>
            <a:pPr algn="l"/>
            <a:r>
              <a:rPr lang="en-GB" sz="2000" b="1" dirty="0"/>
              <a:t>	</a:t>
            </a:r>
          </a:p>
          <a:p>
            <a:pPr algn="l"/>
            <a:endParaRPr lang="en-IN" sz="2000" b="1" dirty="0"/>
          </a:p>
        </p:txBody>
      </p:sp>
      <p:pic>
        <p:nvPicPr>
          <p:cNvPr id="1026" name="Picture 2" descr="SIMATS ENGINEERING —BIOTECHNOLOG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20" y="277292"/>
            <a:ext cx="11480759" cy="1477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4013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0001" y="540074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</a:rPr>
              <a:t>Abstract </a:t>
            </a:r>
            <a:endParaRPr lang="en-IN" sz="40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4197" y="2330482"/>
            <a:ext cx="10928480" cy="4527518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ANSI/SPARC is a standard architecture for organizing database systems. 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It divides a database into </a:t>
            </a:r>
            <a:r>
              <a:rPr lang="en-IN" sz="2400" b="1" dirty="0"/>
              <a:t>three levels</a:t>
            </a:r>
            <a:r>
              <a:rPr lang="en-IN" sz="2400" dirty="0"/>
              <a:t>: External, Conceptual, and Internal. 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The </a:t>
            </a:r>
            <a:r>
              <a:rPr lang="en-IN" sz="2400" b="1" dirty="0"/>
              <a:t>External Level</a:t>
            </a:r>
            <a:r>
              <a:rPr lang="en-IN" sz="2400" dirty="0"/>
              <a:t> provides customized views for different users. 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The </a:t>
            </a:r>
            <a:r>
              <a:rPr lang="en-IN" sz="2400" b="1" dirty="0"/>
              <a:t>Conceptual Level</a:t>
            </a:r>
            <a:r>
              <a:rPr lang="en-IN" sz="2400" dirty="0"/>
              <a:t> defines the overall logical structure of the database. 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The </a:t>
            </a:r>
            <a:r>
              <a:rPr lang="en-IN" sz="2400" b="1" dirty="0"/>
              <a:t>Internal Level</a:t>
            </a:r>
            <a:r>
              <a:rPr lang="en-IN" sz="2400" dirty="0"/>
              <a:t> describes how data is physically stored in storage devices.</a:t>
            </a:r>
            <a:endParaRPr lang="en-US" sz="2400" dirty="0"/>
          </a:p>
        </p:txBody>
      </p:sp>
      <p:pic>
        <p:nvPicPr>
          <p:cNvPr id="2050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290" y="109322"/>
            <a:ext cx="1256837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aveetha School of Engineering: Courses, Admission 2025, Fees, Scholarship,  Placements, Rank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37" y="42659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0785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799" y="652830"/>
            <a:ext cx="9837487" cy="1140384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Introduction</a:t>
            </a:r>
            <a:r>
              <a:rPr lang="en-IN" b="1" dirty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1056" y="2070884"/>
            <a:ext cx="11430747" cy="38052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What is ANSI/SPARC Architecture?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Introduced to organize database systems into different levels.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Separates user views from physical storage.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Provides </a:t>
            </a:r>
            <a:r>
              <a:rPr lang="en-IN" b="1" dirty="0"/>
              <a:t>data independence</a:t>
            </a:r>
            <a:r>
              <a:rPr lang="en-IN" dirty="0"/>
              <a:t>, </a:t>
            </a:r>
            <a:r>
              <a:rPr lang="en-IN" b="1" dirty="0"/>
              <a:t>security</a:t>
            </a:r>
            <a:r>
              <a:rPr lang="en-IN" dirty="0"/>
              <a:t>, and </a:t>
            </a:r>
            <a:r>
              <a:rPr lang="en-IN" b="1" dirty="0"/>
              <a:t>flexibility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b="1" dirty="0"/>
              <a:t>Objectives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Understand the three levels.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Learn how data flows between levels.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Explore practical examples.</a:t>
            </a:r>
          </a:p>
          <a:p>
            <a:pPr marL="457200" lvl="1" indent="0">
              <a:buNone/>
            </a:pPr>
            <a:endParaRPr lang="en-IN" dirty="0"/>
          </a:p>
          <a:p>
            <a:pPr marL="0" indent="0">
              <a:buNone/>
            </a:pPr>
            <a:endParaRPr lang="en-GB" sz="1800" dirty="0"/>
          </a:p>
        </p:txBody>
      </p:sp>
      <p:pic>
        <p:nvPicPr>
          <p:cNvPr id="4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290" y="109322"/>
            <a:ext cx="1256837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School of Engineering: Courses, Admission 2025, Fees, Scholarship,  Placements, Rank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38" y="35193"/>
            <a:ext cx="956778" cy="1259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6611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459" y="21835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/>
              <a:t>Three-Level ANSI/SPARC Architecture</a:t>
            </a:r>
            <a:endParaRPr lang="en-IN" sz="3600" b="1" dirty="0">
              <a:solidFill>
                <a:schemeClr val="tx1"/>
              </a:solidFill>
            </a:endParaRPr>
          </a:p>
        </p:txBody>
      </p:sp>
      <p:pic>
        <p:nvPicPr>
          <p:cNvPr id="4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290" y="109322"/>
            <a:ext cx="1256837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School of Engineering: Courses, Admission 2025, Fees, Scholarship,  Placements, Rank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37" y="35193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B86C77C-0F73-24E9-1B97-10C9B72863B9}"/>
              </a:ext>
            </a:extLst>
          </p:cNvPr>
          <p:cNvSpPr/>
          <p:nvPr/>
        </p:nvSpPr>
        <p:spPr>
          <a:xfrm>
            <a:off x="4286666" y="1727088"/>
            <a:ext cx="2799185" cy="67969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663300"/>
                </a:solidFill>
              </a:rPr>
              <a:t>External Level (View)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7624AF-FB92-A1FE-5ECA-BE937AD8DCD4}"/>
              </a:ext>
            </a:extLst>
          </p:cNvPr>
          <p:cNvSpPr txBox="1"/>
          <p:nvPr/>
        </p:nvSpPr>
        <p:spPr>
          <a:xfrm>
            <a:off x="4626112" y="1357756"/>
            <a:ext cx="2269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Users / Applications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F744A013-B9EA-EAB3-3B47-09B510CDDB5E}"/>
              </a:ext>
            </a:extLst>
          </p:cNvPr>
          <p:cNvSpPr/>
          <p:nvPr/>
        </p:nvSpPr>
        <p:spPr>
          <a:xfrm>
            <a:off x="5542385" y="2499163"/>
            <a:ext cx="276188" cy="505329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86CD50-E535-F9FF-07BF-3CCBF8F2CB0D}"/>
              </a:ext>
            </a:extLst>
          </p:cNvPr>
          <p:cNvSpPr txBox="1"/>
          <p:nvPr/>
        </p:nvSpPr>
        <p:spPr>
          <a:xfrm>
            <a:off x="5818573" y="2567162"/>
            <a:ext cx="34000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(External-Conceptual Mapping)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1939CF-9A58-AA2B-BFA8-87A7D6F3B654}"/>
              </a:ext>
            </a:extLst>
          </p:cNvPr>
          <p:cNvSpPr/>
          <p:nvPr/>
        </p:nvSpPr>
        <p:spPr>
          <a:xfrm>
            <a:off x="4286666" y="3116569"/>
            <a:ext cx="2799185" cy="85738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663300"/>
                </a:solidFill>
              </a:rPr>
              <a:t>Conceptual Level</a:t>
            </a:r>
          </a:p>
          <a:p>
            <a:pPr algn="ctr"/>
            <a:r>
              <a:rPr lang="en-IN" dirty="0">
                <a:solidFill>
                  <a:srgbClr val="663300"/>
                </a:solidFill>
              </a:rPr>
              <a:t>(Logical Database Schema) </a:t>
            </a: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DE6E328F-12D8-6AE1-8145-FA1D32571739}"/>
              </a:ext>
            </a:extLst>
          </p:cNvPr>
          <p:cNvSpPr/>
          <p:nvPr/>
        </p:nvSpPr>
        <p:spPr>
          <a:xfrm>
            <a:off x="5542385" y="4086029"/>
            <a:ext cx="276188" cy="505329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623EBB-EA9F-E5E5-41BD-E26642C0D8DB}"/>
              </a:ext>
            </a:extLst>
          </p:cNvPr>
          <p:cNvSpPr txBox="1"/>
          <p:nvPr/>
        </p:nvSpPr>
        <p:spPr>
          <a:xfrm>
            <a:off x="5818573" y="4086029"/>
            <a:ext cx="34000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(Conceptual-Internal Mapping)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94C99A-2D3A-72B0-2FAB-1C9D49B4174E}"/>
              </a:ext>
            </a:extLst>
          </p:cNvPr>
          <p:cNvSpPr/>
          <p:nvPr/>
        </p:nvSpPr>
        <p:spPr>
          <a:xfrm>
            <a:off x="4286666" y="4642861"/>
            <a:ext cx="2799185" cy="85738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663300"/>
                </a:solidFill>
              </a:rPr>
              <a:t>Internal Level  </a:t>
            </a:r>
          </a:p>
          <a:p>
            <a:pPr algn="ctr"/>
            <a:r>
              <a:rPr lang="en-IN" dirty="0">
                <a:solidFill>
                  <a:srgbClr val="663300"/>
                </a:solidFill>
              </a:rPr>
              <a:t>(Physical Storage)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30F647B0-558A-0CF0-B15E-DE562C905AAB}"/>
              </a:ext>
            </a:extLst>
          </p:cNvPr>
          <p:cNvSpPr/>
          <p:nvPr/>
        </p:nvSpPr>
        <p:spPr>
          <a:xfrm>
            <a:off x="5542385" y="5604896"/>
            <a:ext cx="276188" cy="505329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0EE201-0E3C-925D-85D9-48E9BE61CD8D}"/>
              </a:ext>
            </a:extLst>
          </p:cNvPr>
          <p:cNvSpPr txBox="1"/>
          <p:nvPr/>
        </p:nvSpPr>
        <p:spPr>
          <a:xfrm>
            <a:off x="4286666" y="6214877"/>
            <a:ext cx="2991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Storage Devices (Disk/SSD)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3002B2-FCE5-F334-F589-684A2EE62C07}"/>
              </a:ext>
            </a:extLst>
          </p:cNvPr>
          <p:cNvSpPr txBox="1"/>
          <p:nvPr/>
        </p:nvSpPr>
        <p:spPr>
          <a:xfrm>
            <a:off x="7424836" y="5500244"/>
            <a:ext cx="449129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Levels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/>
              <a:t>External Level</a:t>
            </a:r>
            <a:r>
              <a:rPr lang="en-IN" sz="1600" dirty="0"/>
              <a:t> – User-specific views.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/>
              <a:t>Conceptual Level</a:t>
            </a:r>
            <a:r>
              <a:rPr lang="en-IN" sz="1600" dirty="0"/>
              <a:t> – Overall logical structure.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/>
              <a:t>Internal Level</a:t>
            </a:r>
            <a:r>
              <a:rPr lang="en-IN" sz="1600" dirty="0"/>
              <a:t> – Physical storage details. </a:t>
            </a:r>
          </a:p>
        </p:txBody>
      </p:sp>
    </p:spTree>
    <p:extLst>
      <p:ext uri="{BB962C8B-B14F-4D97-AF65-F5344CB8AC3E}">
        <p14:creationId xmlns:p14="http://schemas.microsoft.com/office/powerpoint/2010/main" val="2394018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External Level</a:t>
            </a:r>
          </a:p>
        </p:txBody>
      </p:sp>
      <p:pic>
        <p:nvPicPr>
          <p:cNvPr id="4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290" y="109322"/>
            <a:ext cx="1256837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School of Engineering: Courses, Admission 2025, Fees, Scholarship,  Placements, Rank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37" y="35193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1155F54E-F813-21A6-E4B9-4081D762BF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5873" y="1366159"/>
            <a:ext cx="11432306" cy="5604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2000" b="1" dirty="0"/>
              <a:t>Definition</a:t>
            </a:r>
          </a:p>
          <a:p>
            <a:pPr lvl="1"/>
            <a:r>
              <a:rPr lang="en-IN" sz="1800" dirty="0"/>
              <a:t>The </a:t>
            </a:r>
            <a:r>
              <a:rPr lang="en-IN" sz="1800" b="1" dirty="0"/>
              <a:t>External Level</a:t>
            </a:r>
            <a:r>
              <a:rPr lang="en-IN" sz="1800" dirty="0"/>
              <a:t> provides customized views of the database for different users.</a:t>
            </a:r>
          </a:p>
          <a:p>
            <a:pPr marL="0" indent="0">
              <a:buNone/>
            </a:pPr>
            <a:r>
              <a:rPr lang="en-IN" sz="2000" b="1" dirty="0"/>
              <a:t>Features</a:t>
            </a:r>
          </a:p>
          <a:p>
            <a:pPr lvl="1"/>
            <a:r>
              <a:rPr lang="en-IN" sz="1800" dirty="0"/>
              <a:t>Multiple user views. </a:t>
            </a:r>
          </a:p>
          <a:p>
            <a:pPr lvl="1"/>
            <a:r>
              <a:rPr lang="en-IN" sz="1800" dirty="0"/>
              <a:t>Hides unnecessary information. </a:t>
            </a:r>
          </a:p>
          <a:p>
            <a:pPr lvl="1"/>
            <a:r>
              <a:rPr lang="en-IN" sz="1800" dirty="0"/>
              <a:t>Improves security.</a:t>
            </a:r>
          </a:p>
          <a:p>
            <a:pPr marL="0" indent="0">
              <a:buNone/>
            </a:pPr>
            <a:r>
              <a:rPr lang="en-IN" sz="2000" b="1" dirty="0"/>
              <a:t>Example</a:t>
            </a:r>
            <a:endParaRPr lang="en-IN" sz="2000" dirty="0"/>
          </a:p>
          <a:p>
            <a:pPr marL="457200" lvl="1" indent="0">
              <a:buNone/>
            </a:pPr>
            <a:r>
              <a:rPr lang="en-IN" sz="1800" b="1" dirty="0"/>
              <a:t>Student View</a:t>
            </a:r>
            <a:endParaRPr lang="en-IN" sz="1800" dirty="0"/>
          </a:p>
          <a:p>
            <a:pPr lvl="1"/>
            <a:r>
              <a:rPr lang="en-IN" sz="1800" dirty="0"/>
              <a:t>Name </a:t>
            </a:r>
          </a:p>
          <a:p>
            <a:pPr lvl="1"/>
            <a:r>
              <a:rPr lang="en-IN" sz="1800" dirty="0"/>
              <a:t>Roll Number </a:t>
            </a:r>
          </a:p>
          <a:p>
            <a:pPr lvl="1"/>
            <a:r>
              <a:rPr lang="en-IN" sz="1800" dirty="0"/>
              <a:t>Marks </a:t>
            </a:r>
          </a:p>
          <a:p>
            <a:pPr marL="457200" lvl="1" indent="0">
              <a:buNone/>
            </a:pPr>
            <a:r>
              <a:rPr lang="en-IN" sz="1800" b="1" dirty="0"/>
              <a:t>Faculty View</a:t>
            </a:r>
            <a:endParaRPr lang="en-IN" sz="1800" dirty="0"/>
          </a:p>
          <a:p>
            <a:pPr lvl="1"/>
            <a:r>
              <a:rPr lang="en-IN" sz="1800" dirty="0"/>
              <a:t>Student Name </a:t>
            </a:r>
          </a:p>
          <a:p>
            <a:pPr lvl="1"/>
            <a:r>
              <a:rPr lang="en-IN" sz="1800" dirty="0"/>
              <a:t>Marks </a:t>
            </a:r>
          </a:p>
          <a:p>
            <a:pPr lvl="1"/>
            <a:r>
              <a:rPr lang="en-IN" sz="1800" dirty="0"/>
              <a:t>Attendance </a:t>
            </a:r>
          </a:p>
          <a:p>
            <a:pPr marL="0" indent="0">
              <a:buNone/>
            </a:pPr>
            <a:r>
              <a:rPr lang="en-IN" sz="1800" b="1" dirty="0"/>
              <a:t>Each user sees only the required information.</a:t>
            </a:r>
          </a:p>
          <a:p>
            <a:pPr marL="457200" lvl="1" indent="0">
              <a:buNone/>
            </a:pPr>
            <a:endParaRPr lang="en-US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841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975" y="26518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/>
              <a:t>Conceptual Level</a:t>
            </a:r>
            <a:endParaRPr lang="en-IN" sz="40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257" y="1595626"/>
            <a:ext cx="11392677" cy="48891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000" b="1" dirty="0"/>
              <a:t>Definition</a:t>
            </a:r>
          </a:p>
          <a:p>
            <a:pPr lvl="1"/>
            <a:r>
              <a:rPr lang="en-IN" sz="1800" dirty="0"/>
              <a:t>Represents the complete logical structure of the database.</a:t>
            </a:r>
          </a:p>
          <a:p>
            <a:pPr marL="0" indent="0">
              <a:buNone/>
            </a:pPr>
            <a:r>
              <a:rPr lang="en-IN" sz="2000" b="1" dirty="0"/>
              <a:t>Includes</a:t>
            </a:r>
          </a:p>
          <a:p>
            <a:pPr lvl="1"/>
            <a:r>
              <a:rPr lang="en-IN" sz="1800" dirty="0"/>
              <a:t>Tables </a:t>
            </a:r>
          </a:p>
          <a:p>
            <a:pPr lvl="1"/>
            <a:r>
              <a:rPr lang="en-IN" sz="1800" dirty="0"/>
              <a:t>Relationships </a:t>
            </a:r>
          </a:p>
          <a:p>
            <a:pPr lvl="1"/>
            <a:r>
              <a:rPr lang="en-IN" sz="1800" dirty="0"/>
              <a:t>Constraints </a:t>
            </a:r>
          </a:p>
          <a:p>
            <a:pPr lvl="1"/>
            <a:r>
              <a:rPr lang="en-IN" sz="1800" dirty="0"/>
              <a:t>Data types</a:t>
            </a:r>
          </a:p>
          <a:p>
            <a:pPr marL="0" indent="0">
              <a:buNone/>
            </a:pPr>
            <a:r>
              <a:rPr lang="en-IN" sz="2000" b="1" dirty="0"/>
              <a:t>Example</a:t>
            </a:r>
          </a:p>
          <a:p>
            <a:pPr marL="457200" lvl="1" indent="0">
              <a:buNone/>
            </a:pPr>
            <a:r>
              <a:rPr lang="en-IN" sz="1800" dirty="0"/>
              <a:t>College Database</a:t>
            </a:r>
          </a:p>
          <a:p>
            <a:pPr marL="457200" lvl="1" indent="0">
              <a:buNone/>
            </a:pPr>
            <a:r>
              <a:rPr lang="en-IN" sz="1800" b="1" dirty="0"/>
              <a:t>Contains:</a:t>
            </a:r>
            <a:endParaRPr lang="en-IN" sz="1800" dirty="0"/>
          </a:p>
          <a:p>
            <a:pPr lvl="2"/>
            <a:r>
              <a:rPr lang="en-IN" sz="1800" b="1" dirty="0"/>
              <a:t>Student</a:t>
            </a:r>
            <a:r>
              <a:rPr lang="en-IN" sz="1800" dirty="0"/>
              <a:t> – Student ID, Name, Department </a:t>
            </a:r>
          </a:p>
          <a:p>
            <a:pPr lvl="2"/>
            <a:r>
              <a:rPr lang="en-IN" sz="1800" b="1" dirty="0"/>
              <a:t>Course</a:t>
            </a:r>
            <a:r>
              <a:rPr lang="en-IN" sz="1800" dirty="0"/>
              <a:t> – Course ID, Course Name, Credits </a:t>
            </a:r>
          </a:p>
          <a:p>
            <a:pPr lvl="2"/>
            <a:r>
              <a:rPr lang="en-IN" sz="1800" b="1" dirty="0"/>
              <a:t>Faculty</a:t>
            </a:r>
            <a:r>
              <a:rPr lang="en-IN" sz="1800" dirty="0"/>
              <a:t> – Faculty ID, Name, Department </a:t>
            </a:r>
          </a:p>
          <a:p>
            <a:pPr lvl="2"/>
            <a:r>
              <a:rPr lang="en-IN" sz="1800" b="1" dirty="0"/>
              <a:t>Enrolment</a:t>
            </a:r>
            <a:r>
              <a:rPr lang="en-IN" sz="1800" dirty="0"/>
              <a:t> – Links students to the courses they have enrolled in</a:t>
            </a:r>
          </a:p>
          <a:p>
            <a:pPr marL="0" indent="0">
              <a:buNone/>
            </a:pPr>
            <a:r>
              <a:rPr lang="en-IN" sz="1800" b="1" dirty="0"/>
              <a:t>The conceptual level defines how data is logically connected</a:t>
            </a:r>
            <a:r>
              <a:rPr lang="en-IN" sz="2400" b="1" dirty="0"/>
              <a:t>.</a:t>
            </a:r>
          </a:p>
          <a:p>
            <a:pPr marL="914400" lvl="2" indent="0">
              <a:buNone/>
            </a:pPr>
            <a:endParaRPr lang="en-IN" sz="1800" dirty="0"/>
          </a:p>
          <a:p>
            <a:pPr marL="914400" lvl="2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290" y="109322"/>
            <a:ext cx="1256837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School of Engineering: Courses, Admission 2025, Fees, Scholarship,  Placements, Rank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37" y="35193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6472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C04EC735-E039-3DB0-9898-5955EEA55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37" y="35193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Saveetha Institute of Medical and Technical Sciences -SIMATS | Chennai">
            <a:extLst>
              <a:ext uri="{FF2B5EF4-FFF2-40B4-BE49-F238E27FC236}">
                <a16:creationId xmlns:a16="http://schemas.microsoft.com/office/drawing/2014/main" id="{D1AF86CD-E62C-03E2-EF66-0E0E3FFBAB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290" y="109322"/>
            <a:ext cx="1256837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2E7571F-552A-53E3-41C2-43386108AE45}"/>
              </a:ext>
            </a:extLst>
          </p:cNvPr>
          <p:cNvSpPr txBox="1"/>
          <p:nvPr/>
        </p:nvSpPr>
        <p:spPr>
          <a:xfrm>
            <a:off x="1523370" y="465312"/>
            <a:ext cx="879230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/>
              <a:t>Internal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DBE168-1B23-DDAD-62CD-8DE1AFEBB682}"/>
              </a:ext>
            </a:extLst>
          </p:cNvPr>
          <p:cNvSpPr txBox="1"/>
          <p:nvPr/>
        </p:nvSpPr>
        <p:spPr>
          <a:xfrm>
            <a:off x="291402" y="1688122"/>
            <a:ext cx="11717096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Definition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Describes how data is physically stored.</a:t>
            </a:r>
          </a:p>
          <a:p>
            <a:r>
              <a:rPr lang="en-IN" sz="2000" b="1" dirty="0"/>
              <a:t>Includes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Files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Indexes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Storage blocks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Compression</a:t>
            </a:r>
          </a:p>
          <a:p>
            <a:r>
              <a:rPr lang="en-IN" sz="2000" b="1" dirty="0"/>
              <a:t>Example</a:t>
            </a:r>
          </a:p>
          <a:p>
            <a:pPr lvl="2"/>
            <a:r>
              <a:rPr lang="en-IN" sz="2000" b="1" dirty="0"/>
              <a:t>Disk</a:t>
            </a:r>
          </a:p>
          <a:p>
            <a:pPr lvl="2"/>
            <a:r>
              <a:rPr lang="en-IN" sz="2000" b="1" dirty="0"/>
              <a:t> | -- Student.dat</a:t>
            </a:r>
          </a:p>
          <a:p>
            <a:pPr lvl="1"/>
            <a:r>
              <a:rPr lang="en-IN" b="1" dirty="0"/>
              <a:t>           | -- Course.dat</a:t>
            </a:r>
          </a:p>
          <a:p>
            <a:r>
              <a:rPr lang="en-IN" b="1" dirty="0"/>
              <a:t>                     | -- Enrollment.dat</a:t>
            </a:r>
          </a:p>
          <a:p>
            <a:r>
              <a:rPr lang="en-IN" b="1" dirty="0"/>
              <a:t>                     | -- Index Files</a:t>
            </a:r>
          </a:p>
          <a:p>
            <a:endParaRPr lang="en-IN" b="1" dirty="0"/>
          </a:p>
          <a:p>
            <a:r>
              <a:rPr lang="en-IN" b="1" dirty="0"/>
              <a:t>Users never interact directly with this level.</a:t>
            </a:r>
          </a:p>
          <a:p>
            <a:r>
              <a:rPr lang="en-IN" b="1" dirty="0"/>
              <a:t>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482179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289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b="1" dirty="0"/>
              <a:t>Advantages</a:t>
            </a:r>
          </a:p>
        </p:txBody>
      </p:sp>
      <p:pic>
        <p:nvPicPr>
          <p:cNvPr id="4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290" y="109322"/>
            <a:ext cx="1256837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School of Engineering: Courses, Admission 2025, Fees, Scholarship,  Placements, Rank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37" y="35193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EF705459-9C67-1307-859B-997D9F7335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4696" y="2026180"/>
            <a:ext cx="7509549" cy="2805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400" dirty="0"/>
              <a:t>Better security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400" dirty="0"/>
              <a:t>Easier maintenance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400" dirty="0"/>
              <a:t>Multiple user views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400" dirty="0"/>
              <a:t>Data independence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400" dirty="0"/>
              <a:t>Efficient database management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516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2ED902B-EF71-EFB0-AFF0-68EC8F4593DD}"/>
              </a:ext>
            </a:extLst>
          </p:cNvPr>
          <p:cNvSpPr txBox="1"/>
          <p:nvPr/>
        </p:nvSpPr>
        <p:spPr>
          <a:xfrm>
            <a:off x="664148" y="417613"/>
            <a:ext cx="100081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/>
              <a:t>Conclusion</a:t>
            </a:r>
          </a:p>
        </p:txBody>
      </p:sp>
      <p:pic>
        <p:nvPicPr>
          <p:cNvPr id="14" name="Picture 13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EEE7370A-E829-DE8E-F766-B5019D439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588" y="109322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Saveetha Institute of Medical and Technical Sciences -SIMATS | Chennai">
            <a:extLst>
              <a:ext uri="{FF2B5EF4-FFF2-40B4-BE49-F238E27FC236}">
                <a16:creationId xmlns:a16="http://schemas.microsoft.com/office/drawing/2014/main" id="{D0C8190E-D746-1331-DD1E-2CEC9E099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5377" y="170102"/>
            <a:ext cx="1256837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3DAC78-D4BE-86CD-3829-D62460987B84}"/>
              </a:ext>
            </a:extLst>
          </p:cNvPr>
          <p:cNvSpPr txBox="1"/>
          <p:nvPr/>
        </p:nvSpPr>
        <p:spPr>
          <a:xfrm>
            <a:off x="321547" y="2069960"/>
            <a:ext cx="11369710" cy="2809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400" dirty="0"/>
              <a:t>ANSI/SPARC architecture separates the database into </a:t>
            </a:r>
            <a:r>
              <a:rPr lang="en-IN" sz="2400" b="1" dirty="0"/>
              <a:t>External</a:t>
            </a:r>
            <a:r>
              <a:rPr lang="en-IN" sz="2400" dirty="0"/>
              <a:t>, </a:t>
            </a:r>
            <a:r>
              <a:rPr lang="en-IN" sz="2400" b="1" dirty="0"/>
              <a:t>Conceptual</a:t>
            </a:r>
            <a:r>
              <a:rPr lang="en-IN" sz="2400" dirty="0"/>
              <a:t>, and </a:t>
            </a:r>
            <a:r>
              <a:rPr lang="en-IN" sz="2400" b="1" dirty="0"/>
              <a:t>Internal</a:t>
            </a:r>
            <a:r>
              <a:rPr lang="en-IN" sz="2400" dirty="0"/>
              <a:t> levels.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400" dirty="0"/>
              <a:t>It provides </a:t>
            </a:r>
            <a:r>
              <a:rPr lang="en-IN" sz="2400" b="1" dirty="0"/>
              <a:t>data independence</a:t>
            </a:r>
            <a:r>
              <a:rPr lang="en-IN" sz="2400" dirty="0"/>
              <a:t>, </a:t>
            </a:r>
            <a:r>
              <a:rPr lang="en-IN" sz="2400" b="1" dirty="0"/>
              <a:t>security</a:t>
            </a:r>
            <a:r>
              <a:rPr lang="en-IN" sz="2400" dirty="0"/>
              <a:t>, and </a:t>
            </a:r>
            <a:r>
              <a:rPr lang="en-IN" sz="2400" b="1" dirty="0"/>
              <a:t>efficient database management</a:t>
            </a:r>
            <a:r>
              <a:rPr lang="en-IN" sz="2400" dirty="0"/>
              <a:t>.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400" dirty="0"/>
              <a:t>This architecture is widely used in modern Database Management Systems (DBMS).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849338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9825" y="347239"/>
            <a:ext cx="10515600" cy="1325563"/>
          </a:xfrm>
        </p:spPr>
        <p:txBody>
          <a:bodyPr/>
          <a:lstStyle/>
          <a:p>
            <a:pPr algn="ctr"/>
            <a:r>
              <a:rPr lang="en-IN" b="1" dirty="0"/>
              <a:t>References </a:t>
            </a:r>
            <a:endParaRPr lang="en-IN" dirty="0"/>
          </a:p>
        </p:txBody>
      </p:sp>
      <p:pic>
        <p:nvPicPr>
          <p:cNvPr id="4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290" y="109322"/>
            <a:ext cx="1256837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School of Engineering: Courses, Admission 2025, Fees, Scholarship,  Placements, Rank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37" y="35193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433B2984-7340-FBD1-A734-6D0EC94020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7902" y="1955469"/>
            <a:ext cx="11648225" cy="3339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1800" dirty="0"/>
              <a:t>A. Silberschatz, H. F. Korth, and S. Sudarshan, </a:t>
            </a:r>
            <a:r>
              <a:rPr lang="en-IN" sz="1800" i="1" dirty="0"/>
              <a:t>Database System Concepts</a:t>
            </a:r>
            <a:r>
              <a:rPr lang="en-IN" sz="1800" dirty="0"/>
              <a:t>, 7th ed. New York, NY, USA: McGraw-Hill, 2020. 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1800" dirty="0"/>
              <a:t>R. Ramakrishnan and J. Gehrke, </a:t>
            </a:r>
            <a:r>
              <a:rPr lang="en-IN" sz="1800" i="1" dirty="0"/>
              <a:t>Database Management Systems</a:t>
            </a:r>
            <a:r>
              <a:rPr lang="en-IN" sz="1800" dirty="0"/>
              <a:t>, 3rd ed. New York, NY, USA: McGraw-Hill, 2003.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1800" dirty="0"/>
              <a:t> R. Elmasri and S. B. Navathe, </a:t>
            </a:r>
            <a:r>
              <a:rPr lang="en-IN" sz="1800" i="1" dirty="0"/>
              <a:t>Fundamentals of Database Systems</a:t>
            </a:r>
            <a:r>
              <a:rPr lang="en-IN" sz="1800" dirty="0"/>
              <a:t>, 7th ed. Pearson, 2016.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1800" dirty="0"/>
              <a:t> Oracle Corporation, </a:t>
            </a:r>
            <a:r>
              <a:rPr lang="en-IN" sz="1800" i="1" dirty="0"/>
              <a:t>Oracle Database Documentation</a:t>
            </a:r>
            <a:r>
              <a:rPr lang="en-IN" sz="1800" dirty="0"/>
              <a:t>. </a:t>
            </a:r>
            <a:r>
              <a:rPr lang="en-IN" sz="1800" dirty="0">
                <a:hlinkClick r:id="rId4"/>
              </a:rPr>
              <a:t>https://docs.oracle.com/en/database/</a:t>
            </a:r>
            <a:r>
              <a:rPr lang="en-IN" sz="1800" dirty="0"/>
              <a:t> 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1800" dirty="0"/>
              <a:t>IBM, </a:t>
            </a:r>
            <a:r>
              <a:rPr lang="en-IN" sz="1800" i="1" dirty="0"/>
              <a:t>Db2 Documentation</a:t>
            </a:r>
            <a:r>
              <a:rPr lang="en-IN" sz="1800" dirty="0"/>
              <a:t>. </a:t>
            </a:r>
            <a:r>
              <a:rPr lang="en-IN" sz="1800" dirty="0">
                <a:hlinkClick r:id="rId5"/>
              </a:rPr>
              <a:t>https://www.ibm.com/docs/en/db2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226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hank You Vectors - Download Free High-Quality Vectors from Freepik |  Freepi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3197" y="847226"/>
            <a:ext cx="7048500" cy="4991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0932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391</TotalTime>
  <Words>549</Words>
  <Application>Microsoft Office PowerPoint</Application>
  <PresentationFormat>Widescreen</PresentationFormat>
  <Paragraphs>103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 Theme</vt:lpstr>
      <vt:lpstr>Three-Level ANSI/SPARC Architecture  CSA0503 - Database Management Systems </vt:lpstr>
      <vt:lpstr>Abstract </vt:lpstr>
      <vt:lpstr>Introduction </vt:lpstr>
      <vt:lpstr>Three-Level ANSI/SPARC Architecture</vt:lpstr>
      <vt:lpstr>External Level</vt:lpstr>
      <vt:lpstr>Conceptual Level</vt:lpstr>
      <vt:lpstr>PowerPoint Presentation</vt:lpstr>
      <vt:lpstr>Advantages</vt:lpstr>
      <vt:lpstr>PowerPoint Presentation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Microsoft account</dc:creator>
  <cp:lastModifiedBy>kanishkumar V</cp:lastModifiedBy>
  <cp:revision>8</cp:revision>
  <dcterms:created xsi:type="dcterms:W3CDTF">2025-07-10T02:53:33Z</dcterms:created>
  <dcterms:modified xsi:type="dcterms:W3CDTF">2026-07-24T19:27:46Z</dcterms:modified>
</cp:coreProperties>
</file>